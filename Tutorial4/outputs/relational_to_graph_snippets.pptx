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latin typeface="Calibri"/>
              </a:rPr>
              <a:t>Relational Tables -&gt; Graph: Setup + Customer Nodes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505050"/>
                </a:solidFill>
                <a:latin typeface="Calibri"/>
              </a:rPr>
              <a:t>Recitation 4 dataset (customers, transactions, interactions)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34440"/>
            <a:ext cx="11247120" cy="5074920"/>
          </a:xfrm>
          <a:prstGeom prst="rect">
            <a:avLst/>
          </a:prstGeom>
          <a:solidFill>
            <a:srgbClr val="F5F7FA"/>
          </a:solidFill>
          <a:ln>
            <a:solidFill>
              <a:srgbClr val="D7DCE6"/>
            </a:solidFill>
          </a:ln>
        </p:spPr>
        <p:txBody>
          <a:bodyPr wrap="square" lIns="164592" rIns="164592" tIns="109728" bIns="109728">
            <a:spAutoFit/>
          </a:bodyPr>
          <a:lstStyle/>
          <a:p>
            <a:pPr algn="l"/>
            <a:r>
              <a:rPr sz="1500">
                <a:solidFill>
                  <a:srgbClr val="141414"/>
                </a:solidFill>
                <a:latin typeface="Consolas"/>
              </a:rPr>
              <a:t>import pandas as pd</a:t>
            </a:r>
            <a:br/>
            <a:r>
              <a:t>import networkx as nx</a:t>
            </a:r>
            <a:br/>
            <a:br/>
            <a:r>
              <a:t>customers = pd.read_csv("data/customers.csv")</a:t>
            </a:r>
            <a:br/>
            <a:r>
              <a:t>transactions = pd.read_csv("data/transactions.csv")</a:t>
            </a:r>
            <a:br/>
            <a:r>
              <a:t>interactions = pd.read_csv("data/interactions.csv")</a:t>
            </a:r>
            <a:br/>
            <a:br/>
            <a:r>
              <a:t>G = nx.Graph()</a:t>
            </a:r>
            <a:br/>
            <a:br/>
            <a:r>
              <a:t># Customer rows -&gt; customer nodes</a:t>
            </a:r>
            <a:br/>
            <a:r>
              <a:t>for row in customers.itertuples(index=False):</a:t>
            </a:r>
            <a:br/>
            <a:r>
              <a:t>    G.add_node(</a:t>
            </a:r>
            <a:br/>
            <a:r>
              <a:t>        row.customer_id,</a:t>
            </a:r>
            <a:br/>
            <a:r>
              <a:t>        node_type="customer",</a:t>
            </a:r>
            <a:br/>
            <a:r>
              <a:t>        region=row.region,</a:t>
            </a:r>
            <a:br/>
            <a:r>
              <a:t>        channel_pref=row.channel_pref,</a:t>
            </a:r>
            <a:br/>
            <a:r>
              <a:t>    )</a:t>
            </a:r>
            <a:b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latin typeface="Calibri"/>
              </a:rPr>
              <a:t>Relational Tables -&gt; Graph: Transaction + Interaction Rows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505050"/>
                </a:solidFill>
                <a:latin typeface="Calibri"/>
              </a:rPr>
              <a:t>Each row becomes a node; edges encode ownership/endpoints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34440"/>
            <a:ext cx="11247120" cy="5074920"/>
          </a:xfrm>
          <a:prstGeom prst="rect">
            <a:avLst/>
          </a:prstGeom>
          <a:solidFill>
            <a:srgbClr val="F5F7FA"/>
          </a:solidFill>
          <a:ln>
            <a:solidFill>
              <a:srgbClr val="D7DCE6"/>
            </a:solidFill>
          </a:ln>
        </p:spPr>
        <p:txBody>
          <a:bodyPr wrap="square" lIns="164592" rIns="164592" tIns="109728" bIns="109728">
            <a:spAutoFit/>
          </a:bodyPr>
          <a:lstStyle/>
          <a:p>
            <a:pPr algn="l"/>
            <a:r>
              <a:rPr sz="1500">
                <a:solidFill>
                  <a:srgbClr val="141414"/>
                </a:solidFill>
                <a:latin typeface="Consolas"/>
              </a:rPr>
              <a:t># Transaction rows -&gt; transaction nodes (+ edge to owner customer)</a:t>
            </a:r>
            <a:br/>
            <a:r>
              <a:t>for i, row in enumerate(transactions.itertuples(index=False), start=1):</a:t>
            </a:r>
            <a:br/>
            <a:r>
              <a:t>    t = f"txn_{i:03d}"</a:t>
            </a:r>
            <a:br/>
            <a:r>
              <a:t>    G.add_node(t, node_type="transaction", category=row.category, amount=row.amount)</a:t>
            </a:r>
            <a:br/>
            <a:r>
              <a:t>    G.add_edge(t, row.customer_id, relation="made_transaction")</a:t>
            </a:r>
            <a:br/>
            <a:br/>
            <a:r>
              <a:t># Interaction rows -&gt; interaction nodes (+ 2 endpoint edges)</a:t>
            </a:r>
            <a:br/>
            <a:r>
              <a:t>for i, row in enumerate(interactions.itertuples(index=False), start=1):</a:t>
            </a:r>
            <a:br/>
            <a:r>
              <a:t>    e = f"int_{i:03d}"</a:t>
            </a:r>
            <a:br/>
            <a:r>
              <a:t>    G.add_node(e, node_type="interaction")</a:t>
            </a:r>
            <a:br/>
            <a:r>
              <a:t>    G.add_edge(e, row.customer_i, relation="interaction_endpoint")</a:t>
            </a:r>
            <a:br/>
            <a:r>
              <a:t>    G.add_edge(e, row.customer_j, relation="interaction_endpoint")</a:t>
            </a:r>
            <a:br/>
            <a:br/>
            <a:r>
              <a:t>print(G.number_of_nodes(), G.number_of_edges())  # expected: 106, 116</a:t>
            </a:r>
            <a:b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